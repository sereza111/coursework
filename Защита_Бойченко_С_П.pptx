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Курсовая работа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Calibri"/>
              </a:defRPr>
            </a:pPr>
            <a:r>
              <a:t>Проектирование и разработка базы данных начисления и выплаты зарплаты</a:t>
            </a:r>
          </a:p>
          <a:p>
            <a:pPr>
              <a:defRPr sz="1800">
                <a:latin typeface="Calibri"/>
              </a:defRPr>
            </a:pPr>
          </a:p>
          <a:p>
            <a:pPr>
              <a:defRPr sz="1800">
                <a:latin typeface="Calibri"/>
              </a:defRPr>
            </a:pPr>
            <a:r>
              <a:t>Бойченко Сергей Петрович, группа ИСП-4К</a:t>
            </a:r>
          </a:p>
          <a:p>
            <a:pPr>
              <a:defRPr sz="1800">
                <a:latin typeface="Calibri"/>
              </a:defRPr>
            </a:pPr>
            <a:r>
              <a:t>Специальность 09.02.07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Актуальность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Calibri"/>
              </a:defRPr>
            </a:pPr>
            <a:r>
              <a:t>• Ручной расчёт зарплаты — ошибки и задержки</a:t>
            </a:r>
          </a:p>
          <a:p>
            <a:pPr>
              <a:defRPr sz="1800">
                <a:latin typeface="Calibri"/>
              </a:defRPr>
            </a:pPr>
            <a:r>
              <a:t>• Рост объёма данных и требований к учёту</a:t>
            </a:r>
          </a:p>
          <a:p>
            <a:pPr>
              <a:defRPr sz="1800">
                <a:latin typeface="Calibri"/>
              </a:defRPr>
            </a:pPr>
            <a:r>
              <a:t>• Необходимость целостности и защиты персональных данных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Цель и задачи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Calibri"/>
              </a:defRPr>
            </a:pPr>
            <a:r>
              <a:t>Цель: БД в MySQL + прототип WinForms</a:t>
            </a:r>
          </a:p>
          <a:p>
            <a:pPr>
              <a:defRPr sz="1800">
                <a:latin typeface="Calibri"/>
              </a:defRPr>
            </a:pPr>
          </a:p>
          <a:p>
            <a:pPr>
              <a:defRPr sz="1800">
                <a:latin typeface="Calibri"/>
              </a:defRPr>
            </a:pPr>
            <a:r>
              <a:t>Задачи:</a:t>
            </a:r>
          </a:p>
          <a:p>
            <a:pPr>
              <a:defRPr sz="1800">
                <a:latin typeface="Calibri"/>
              </a:defRPr>
            </a:pPr>
            <a:r>
              <a:t>• Анализ предметной области</a:t>
            </a:r>
          </a:p>
          <a:p>
            <a:pPr>
              <a:defRPr sz="1800">
                <a:latin typeface="Calibri"/>
              </a:defRPr>
            </a:pPr>
            <a:r>
              <a:t>• Моделирование и нормализация</a:t>
            </a:r>
          </a:p>
          <a:p>
            <a:pPr>
              <a:defRPr sz="1800">
                <a:latin typeface="Calibri"/>
              </a:defRPr>
            </a:pPr>
            <a:r>
              <a:t>• SQL-скрипты и отчёты</a:t>
            </a:r>
          </a:p>
          <a:p>
            <a:pPr>
              <a:defRPr sz="1800">
                <a:latin typeface="Calibri"/>
              </a:defRPr>
            </a:pPr>
            <a:r>
              <a:t>• Защита данных и резервное копирование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Предметная область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Calibri"/>
              </a:defRPr>
            </a:pPr>
            <a:r>
              <a:t>• Сотрудники, отделы, должности</a:t>
            </a:r>
          </a:p>
          <a:p>
            <a:pPr>
              <a:defRPr sz="1800">
                <a:latin typeface="Calibri"/>
              </a:defRPr>
            </a:pPr>
            <a:r>
              <a:t>• Периоды, начисления, удержания</a:t>
            </a:r>
          </a:p>
          <a:p>
            <a:pPr>
              <a:defRPr sz="1800">
                <a:latin typeface="Calibri"/>
              </a:defRPr>
            </a:pPr>
            <a:r>
              <a:t>• Расчёт НДФЛ и выплаты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Роли пользователей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Calibri"/>
              </a:defRPr>
            </a:pPr>
            <a:r>
              <a:t>• Администратор БД</a:t>
            </a:r>
          </a:p>
          <a:p>
            <a:pPr>
              <a:defRPr sz="1800">
                <a:latin typeface="Calibri"/>
              </a:defRPr>
            </a:pPr>
            <a:r>
              <a:t>• Бухгалтер</a:t>
            </a:r>
          </a:p>
          <a:p>
            <a:pPr>
              <a:defRPr sz="1800">
                <a:latin typeface="Calibri"/>
              </a:defRPr>
            </a:pPr>
            <a:r>
              <a:t>• Руководитель (отчёты)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Концептуальная модель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Calibri"/>
              </a:defRPr>
            </a:pPr>
            <a:r>
              <a:t>Сущности: employees, departments, positions, accruals, deductions, payroll_calculations, payments и др.</a:t>
            </a:r>
          </a:p>
          <a:p>
            <a:pPr>
              <a:defRPr sz="1800">
                <a:latin typeface="Calibri"/>
              </a:defRPr>
            </a:pPr>
            <a:r>
              <a:t>Связи 1:N между справочниками и фактами расчёта.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Логическая модель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Calibri"/>
              </a:defRPr>
            </a:pPr>
            <a:r>
              <a:t>• Ключи, внешние ключи, индексы</a:t>
            </a:r>
          </a:p>
          <a:p>
            <a:pPr>
              <a:defRPr sz="1800">
                <a:latin typeface="Calibri"/>
              </a:defRPr>
            </a:pPr>
            <a:r>
              <a:t>• Ограничения CHECK, UNIQUE</a:t>
            </a:r>
          </a:p>
          <a:p>
            <a:pPr>
              <a:defRPr sz="1800">
                <a:latin typeface="Calibri"/>
              </a:defRPr>
            </a:pPr>
            <a:r>
              <a:t>• Нормализация до 3НФ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Реализация SQL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Calibri"/>
              </a:defRPr>
            </a:pPr>
            <a:r>
              <a:t>• 01_schema.sql — DDL</a:t>
            </a:r>
          </a:p>
          <a:p>
            <a:pPr>
              <a:defRPr sz="1800">
                <a:latin typeface="Calibri"/>
              </a:defRPr>
            </a:pPr>
            <a:r>
              <a:t>• 02_seed.sql — данные</a:t>
            </a:r>
          </a:p>
          <a:p>
            <a:pPr>
              <a:defRPr sz="1800">
                <a:latin typeface="Calibri"/>
              </a:defRPr>
            </a:pPr>
            <a:r>
              <a:t>• 03_queries.sql — отчёты, VIEW, процедура</a:t>
            </a:r>
          </a:p>
          <a:p>
            <a:pPr>
              <a:defRPr sz="1800">
                <a:latin typeface="Calibri"/>
              </a:defRPr>
            </a:pPr>
            <a:r>
              <a:t>• 04_security_and_backup.sql — права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Клиентское приложение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Calibri"/>
              </a:defRPr>
            </a:pPr>
            <a:r>
              <a:t>• C# WinForms, MySql.Data</a:t>
            </a:r>
          </a:p>
          <a:p>
            <a:pPr>
              <a:defRPr sz="1800">
                <a:latin typeface="Calibri"/>
              </a:defRPr>
            </a:pPr>
            <a:r>
              <a:t>• Кнопки: сотрудники, ведомость выплат</a:t>
            </a:r>
          </a:p>
          <a:p>
            <a:pPr>
              <a:defRPr sz="1800">
                <a:latin typeface="Calibri"/>
              </a:defRPr>
            </a:pPr>
            <a:r>
              <a:t>• Параметризованные запросы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Защита БД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Calibri"/>
              </a:defRPr>
            </a:pPr>
            <a:r>
              <a:t>• Угрозы: НСД, SQL-инъекции, утечки</a:t>
            </a:r>
          </a:p>
          <a:p>
            <a:pPr>
              <a:defRPr sz="1800">
                <a:latin typeface="Calibri"/>
              </a:defRPr>
            </a:pPr>
            <a:r>
              <a:t>• Роли MySQL, GRANT</a:t>
            </a:r>
          </a:p>
          <a:p>
            <a:pPr>
              <a:defRPr sz="1800">
                <a:latin typeface="Calibri"/>
              </a:defRPr>
            </a:pPr>
            <a:r>
              <a:t>• mysqldump / восстановление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Результаты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Calibri"/>
              </a:defRPr>
            </a:pPr>
            <a:r>
              <a:t>• Готова схема БД и тестовые данные</a:t>
            </a:r>
          </a:p>
          <a:p>
            <a:pPr>
              <a:defRPr sz="1800">
                <a:latin typeface="Calibri"/>
              </a:defRPr>
            </a:pPr>
            <a:r>
              <a:t>• Работают запросы и отчёты</a:t>
            </a:r>
          </a:p>
          <a:p>
            <a:pPr>
              <a:defRPr sz="1800">
                <a:latin typeface="Calibri"/>
              </a:defRPr>
            </a:pPr>
            <a:r>
              <a:t>• Есть прототип приложения и документация в Word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Спасибо за внимание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Calibri"/>
              </a:defRPr>
            </a:pPr>
            <a:r>
              <a:t>Вопросы?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